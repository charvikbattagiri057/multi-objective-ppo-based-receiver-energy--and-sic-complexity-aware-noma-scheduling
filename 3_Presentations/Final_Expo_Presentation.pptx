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Final Project Expo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Multi-Objective PPO-Based NOMA Scheduling</a:t>
            </a:r>
          </a:p>
          <a:p>
            <a:r>
              <a:t>Results &amp;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RL Formulation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Algorithm: Stable-Baselines3 PPO</a:t>
            </a:r>
          </a:p>
          <a:p>
            <a:r>
              <a:t>State: Channel Gains + Battery Levels</a:t>
            </a:r>
          </a:p>
          <a:p>
            <a:r>
              <a:t>Reward = (1.0)T - (2.5)E - (1.0)SIC + (0.5)Fairness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Results: PPO vs Baselines</a:t>
            </a:r>
          </a:p>
        </p:txBody>
      </p:sp>
      <p:pic>
        <p:nvPicPr>
          <p:cNvPr id="3" name="Picture 2" descr="scor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